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🎬 CineSync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Ticket Booking System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Spring Boot Microservices + React 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by: Sushma Katta  | 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github.com/sushma-katta01/CineSync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CineSync is a full-stack, real-time movie ticket booking system built using Java Spring Boot Microservices architecture and React.js frontend. It supports multiple user roles, real-time seat selection, email notifications, QR code generation, sales analytics, and comprehensive staff management.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1920240" cy="12801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651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2560320"/>
            <a:ext cx="1920240" cy="12801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2651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688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560320"/>
            <a:ext cx="1920240" cy="12801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2651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Types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2560320"/>
            <a:ext cx="1920240" cy="12801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2651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67512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Modules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023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Java 21 | Spring Boot 3.2.5 | React 18 | MySQL 8 | Spring Cloud | JWT | Bootstrap 5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0" y="1005840"/>
            <a:ext cx="2743200" cy="5943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005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 :3000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600200"/>
            <a:ext cx="0" cy="32004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920240"/>
            <a:ext cx="3291840" cy="5943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9202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:8080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1920240"/>
            <a:ext cx="2011680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 :8761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514600"/>
            <a:ext cx="0" cy="32004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834640"/>
            <a:ext cx="1920240" cy="822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2834640"/>
            <a:ext cx="192024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2834640"/>
            <a:ext cx="1920240" cy="8229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2834640"/>
            <a:ext cx="1920240" cy="8229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840480"/>
            <a:ext cx="82296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Databases: cinesync_users | cinesync_movies | cinesync_bookings | cinesync_payments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91440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Movie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Add/Edit/Delete movies with status: Now Showing, Upcoming, Featured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91440" cy="10972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Screen Management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IMAX, XD, Sony, Dolby, Standard screens with price multipliers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91440" cy="10972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🪑 Real-time Seat Selection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theater blueprint with Premium, Normal, Economy &amp; PH rows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86000"/>
            <a:ext cx="91440" cy="10972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 Notifications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Auto-send booking confirmation and cancellation emails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91440" cy="10972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Sales Reports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069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Daily/Weekly/Monthly analytics with bar charts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66160"/>
            <a:ext cx="91440" cy="10972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Staff Management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4069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Manager, Ticket Agent roles with salary tracking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Roles &amp; Access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10312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51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👑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Manage Movies &amp; Screens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5420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View All Bookings &amp; Payments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1638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Sales Reports &amp; Analytics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78561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Staff Management &amp; Salaries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005840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005840"/>
            <a:ext cx="2103120" cy="7772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1051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2316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View All Bookings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25420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View Movies &amp; Screens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31638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View Show Times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378561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Sales Access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05840"/>
            <a:ext cx="2103120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051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🎟️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AGENT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View Bookings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5420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View Movie Info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1638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View Screen Info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78561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Same as Manager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03720" y="1005840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005840"/>
            <a:ext cx="2103120" cy="7772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1051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👤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0372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9516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Browse Movies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95160" y="25420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Book Tickets Online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95160" y="31638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View Order History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95160" y="378561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Cancel Bookings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Booking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344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60120" y="2286000"/>
            <a:ext cx="64008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Movies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83080" y="1691640"/>
            <a:ext cx="32004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188720"/>
            <a:ext cx="1005840" cy="10058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12344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🕐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606040" y="2286000"/>
            <a:ext cx="640080" cy="2743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Show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1691640"/>
            <a:ext cx="32004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1188720"/>
            <a:ext cx="1005840" cy="100584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7" name="Text 15"/>
          <p:cNvSpPr/>
          <p:nvPr/>
        </p:nvSpPr>
        <p:spPr>
          <a:xfrm>
            <a:off x="4069080" y="12344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🪑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251960" y="2286000"/>
            <a:ext cx="640080" cy="2743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Seats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74920" y="1691640"/>
            <a:ext cx="32004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0" y="1188720"/>
            <a:ext cx="1005840" cy="10058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0" y="12344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897880" y="2286000"/>
            <a:ext cx="64008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589788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&amp; Pay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1691640"/>
            <a:ext cx="32004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1188720"/>
            <a:ext cx="1005840" cy="10058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12344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🎫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543800" y="2286000"/>
            <a:ext cx="640080" cy="274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1" name="Text 29"/>
          <p:cNvSpPr/>
          <p:nvPr/>
        </p:nvSpPr>
        <p:spPr>
          <a:xfrm>
            <a:off x="754380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QR Ticket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3291840"/>
            <a:ext cx="8595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Booking: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 confirmation sent automatically to customer's Gmail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🎫 QR Code generated for scanning at theater entrance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Selected seats blocked in real-time for other users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Screens &amp; Seat Pricing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645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164592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51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Multiplier: 2.0x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₹800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4K Laser, Dolby Atmos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47672" y="1005840"/>
            <a:ext cx="1645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47672" y="1005840"/>
            <a:ext cx="1645920" cy="5486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1947672" y="1051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47672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Multiplier: 1.8x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47672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₹720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47672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Digital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12464" y="1005840"/>
            <a:ext cx="1645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005840"/>
            <a:ext cx="1645920" cy="5486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3712464" y="1051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12464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Multiplier: 1.5x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12464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₹600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12464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Sony 4K Laser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77256" y="1005840"/>
            <a:ext cx="1645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77256" y="1005840"/>
            <a:ext cx="1645920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5477256" y="1051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DOLBY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77256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Multiplier: 1.6x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77256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₹640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77256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Dolby Cinema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42048" y="1005840"/>
            <a:ext cx="1645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42048" y="1005840"/>
            <a:ext cx="1645920" cy="5486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0" name="Text 28"/>
          <p:cNvSpPr/>
          <p:nvPr/>
        </p:nvSpPr>
        <p:spPr>
          <a:xfrm>
            <a:off x="7242048" y="1051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STANDARD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42048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Multiplier: 1.0x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42048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₹400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42048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Row Pricing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74320" y="3657600"/>
            <a:ext cx="2011680" cy="6400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657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 (Premium)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423160" y="3657600"/>
            <a:ext cx="2011680" cy="6400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8" name="Text 36"/>
          <p:cNvSpPr/>
          <p:nvPr/>
        </p:nvSpPr>
        <p:spPr>
          <a:xfrm>
            <a:off x="2423160" y="3657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C, D, E, F (Normal)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1.0x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3657600"/>
            <a:ext cx="2011680" cy="6400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3657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G, H (Economy)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0.7x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20840" y="3657600"/>
            <a:ext cx="2011680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2" name="Text 40"/>
          <p:cNvSpPr/>
          <p:nvPr/>
        </p:nvSpPr>
        <p:spPr>
          <a:xfrm>
            <a:off x="6720840" y="3657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(Physically Challenged)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0.5x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Tax: 8% applied on subtotal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73736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1737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 Backend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21, Spring Boot 3.2.5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Cloud 2023.0.1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 + JWT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14800" cy="173736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097280"/>
            <a:ext cx="109728" cy="17373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⚛️  Frontend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14800" cy="173736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3017520"/>
            <a:ext cx="109728" cy="1737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8.0.45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Databases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JPA/Hibernate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114800" cy="173736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3017520"/>
            <a:ext cx="109728" cy="17373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108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DevOps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Eureka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GitHub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🎬 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CineSync - Movie Ticket Booking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6400800" cy="1188720"/>
          </a:xfrm>
          <a:prstGeom prst="rect">
            <a:avLst/>
          </a:prstGeom>
          <a:solidFill>
            <a:srgbClr val="1E1E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2011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GitHub Repository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4231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github.com/sushma-katta01/CineSync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by: Sushma Katta  |  Java Full Stack Developer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Java Spring Boot | React | MySQL | Microservices | JWT | Spring Cloud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CineSync - Movie Ticket Booking System</dc:title>
  <dc:subject>PptxGenJS Presentation</dc:subject>
  <dc:creator>Sushma Katta</dc:creator>
  <cp:lastModifiedBy>Sushma Katta</cp:lastModifiedBy>
  <cp:revision>1</cp:revision>
  <dcterms:created xsi:type="dcterms:W3CDTF">2026-04-01T07:05:56Z</dcterms:created>
  <dcterms:modified xsi:type="dcterms:W3CDTF">2026-04-01T07:05:56Z</dcterms:modified>
</cp:coreProperties>
</file>